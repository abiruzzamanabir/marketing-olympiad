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4" r:id="rId4"/>
    <p:sldId id="258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74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CBE714-BBCA-4932-8117-3230939173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11724F-7A3B-4064-98D0-AC2E3D93AC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CF56B9-4020-42A9-B783-1B1B658D87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00165-FB01-426E-AE7F-D4F85EBA6261}" type="datetimeFigureOut">
              <a:rPr lang="en-US" smtClean="0"/>
              <a:t>23-May-23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65A4BA-5869-4AF1-B797-4A2E40AA1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875595-46AA-4170-A051-35718D50C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20EE3-43B7-43C9-93A2-FBD0608D95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7880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E28195-2464-4984-9655-403AD944B8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EB1CE8-CF8B-468A-8F43-66CBE6B3F4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6F0ABA-98F8-4918-90F8-61D5B52DB3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00165-FB01-426E-AE7F-D4F85EBA6261}" type="datetimeFigureOut">
              <a:rPr lang="en-US" smtClean="0"/>
              <a:t>23-May-23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FEB0FF-E30E-4BDD-9398-4E5B3D291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A1FE1B-143E-451B-81D8-0304F6A79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20EE3-43B7-43C9-93A2-FBD0608D95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2076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A79D3-1C27-4C74-963B-238ED1774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C2A6B4-2CFD-4F9A-8832-EACD7F3F30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D65345-E2E3-47EA-8B2C-E626D0CDB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00165-FB01-426E-AE7F-D4F85EBA6261}" type="datetimeFigureOut">
              <a:rPr lang="en-US" smtClean="0"/>
              <a:t>23-May-23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90F914-169B-492B-9483-BA1B97B7B4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5558F8-A9BA-47B1-87F3-99442DB72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20EE3-43B7-43C9-93A2-FBD0608D95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589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D8E22-3CE7-40F2-ACA6-9224F21527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D7EC85-6ABC-4AB3-A056-5C867F5835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2714EB-4FF4-4D49-955D-C694A956F0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4D7868-2606-4DE6-A0FA-B737B522BA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00165-FB01-426E-AE7F-D4F85EBA6261}" type="datetimeFigureOut">
              <a:rPr lang="en-US" smtClean="0"/>
              <a:t>23-May-23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043F05-2317-42A7-825C-0479C54841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952C71-793F-47E5-A57D-296929260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20EE3-43B7-43C9-93A2-FBD0608D95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6743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2BBB6-046E-4F27-90B3-3E31A977FB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7F7CD0-9F51-4999-B646-FB07E7DA99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39B877-5FC7-44AB-A148-280006F082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00A0DF4-9FFF-49DF-A8AA-51724D85BD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7304A5-102E-4BD6-B839-1C9AEC3838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8FAB80-7C62-4630-8325-BD44E3479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00165-FB01-426E-AE7F-D4F85EBA6261}" type="datetimeFigureOut">
              <a:rPr lang="en-US" smtClean="0"/>
              <a:t>23-May-23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6F37AA0-5A99-4901-92AE-EB9820082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DBF1A3-94C9-4749-AD6B-1F82543EF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20EE3-43B7-43C9-93A2-FBD0608D95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0504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B4EF3-10FF-4933-9C0B-6665ABE6C2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C1199D-98DF-4565-BF3F-EEDFE55F6C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00165-FB01-426E-AE7F-D4F85EBA6261}" type="datetimeFigureOut">
              <a:rPr lang="en-US" smtClean="0"/>
              <a:t>23-May-23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91F401-04D7-4FA7-98E3-975B9C4A4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198606-DD0B-4873-BA73-04077A868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20EE3-43B7-43C9-93A2-FBD0608D95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3588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BDDED5E-CDE9-401F-80BE-70E7D59B1B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00165-FB01-426E-AE7F-D4F85EBA6261}" type="datetimeFigureOut">
              <a:rPr lang="en-US" smtClean="0"/>
              <a:t>23-May-23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AEA8A5C-2226-4B0A-B9D7-8F65912F6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847E73-8874-47D0-911E-0A9C3760A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20EE3-43B7-43C9-93A2-FBD0608D95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4086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D7054-0BF8-4AEA-9F4B-EC0478BA9E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7EAE18-9B71-4D2D-8702-325EA1D3A5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C0F4E6-2E70-4889-8C3B-FBD586B3AF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E05177-0685-4D80-89AE-515E3B2607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00165-FB01-426E-AE7F-D4F85EBA6261}" type="datetimeFigureOut">
              <a:rPr lang="en-US" smtClean="0"/>
              <a:t>23-May-23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9DD9E2-7439-4DA2-9364-50B019AF8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03DA7D-DE4E-4BD1-A148-6E3BAC6FD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20EE3-43B7-43C9-93A2-FBD0608D95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6243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2B6E2-DB46-4E1D-A391-C78A6F180F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F281BBC-749E-4B7E-A6C1-27064A29A3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D4943C-3F1B-4C0B-8DE0-3D0677006A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B8604A-8268-4D9B-8C61-E97613EF6F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00165-FB01-426E-AE7F-D4F85EBA6261}" type="datetimeFigureOut">
              <a:rPr lang="en-US" smtClean="0"/>
              <a:t>23-May-23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80871B-6CD1-43C6-9F49-3F2E76FF1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6EFC26-F348-419E-8477-A4A898124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20EE3-43B7-43C9-93A2-FBD0608D95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6503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2FC40A-9F89-4574-BCFB-EC1626F78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424031-765B-4E73-8E7A-CE6B250DBD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149805-44AA-4237-92B0-A167AD436C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00165-FB01-426E-AE7F-D4F85EBA6261}" type="datetimeFigureOut">
              <a:rPr lang="en-US" smtClean="0"/>
              <a:t>23-May-23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50B70D-4BBE-4036-B4AB-7C7BE7CF1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8B0276-9CE1-4CDF-93A5-E8735EA1C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20EE3-43B7-43C9-93A2-FBD0608D95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4123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FFF8B4B-80ED-4DEA-9E2D-AAA887238E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76339D-7262-4FB2-8707-38B0E85222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8CBA32-FA08-4093-A047-95C3FA05DB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00165-FB01-426E-AE7F-D4F85EBA6261}" type="datetimeFigureOut">
              <a:rPr lang="en-US" smtClean="0"/>
              <a:t>23-May-23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700642-20DC-4693-A7BF-DFD9EA76A4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536ABC-0260-46FE-B9CA-45E562D26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20EE3-43B7-43C9-93A2-FBD0608D95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1872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84B043-CFE5-43F5-9BE7-BF164599CD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801843-FD30-4500-A61B-052A309798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69F94B-3F6B-4E19-814D-BC0B594BFF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400165-FB01-426E-AE7F-D4F85EBA6261}" type="datetimeFigureOut">
              <a:rPr lang="en-US" smtClean="0"/>
              <a:t>23-May-23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72064C-1F36-46A2-85BD-A41779AE95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B086A3-2AD1-4DCF-8EA9-D9CDDDDD8A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E20EE3-43B7-43C9-93A2-FBD0608D95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2625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9BB79F6-AEF7-473E-98FC-88C45E52E4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32701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AC5770A-8A29-4024-B96D-A199B67E105B}"/>
              </a:ext>
            </a:extLst>
          </p:cNvPr>
          <p:cNvSpPr txBox="1"/>
          <p:nvPr/>
        </p:nvSpPr>
        <p:spPr>
          <a:xfrm>
            <a:off x="3348317" y="600636"/>
            <a:ext cx="54953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Personal Information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7768FB0-D898-6145-726F-639F6C6509AD}"/>
              </a:ext>
            </a:extLst>
          </p:cNvPr>
          <p:cNvSpPr txBox="1"/>
          <p:nvPr/>
        </p:nvSpPr>
        <p:spPr>
          <a:xfrm>
            <a:off x="1569212" y="2090172"/>
            <a:ext cx="944334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Name:</a:t>
            </a:r>
          </a:p>
          <a:p>
            <a:endParaRPr lang="en-US" sz="2400" b="1" dirty="0"/>
          </a:p>
          <a:p>
            <a:r>
              <a:rPr lang="en-US" sz="2400" b="1" dirty="0"/>
              <a:t>University Name:</a:t>
            </a:r>
          </a:p>
          <a:p>
            <a:endParaRPr lang="en-US" sz="2400" b="1" dirty="0"/>
          </a:p>
          <a:p>
            <a:r>
              <a:rPr lang="en-US" sz="2400" b="1" dirty="0"/>
              <a:t>Email:</a:t>
            </a:r>
          </a:p>
          <a:p>
            <a:endParaRPr lang="en-US" sz="2400" b="1" dirty="0"/>
          </a:p>
          <a:p>
            <a:r>
              <a:rPr lang="en-US" sz="2400" b="1" dirty="0"/>
              <a:t>Phone:</a:t>
            </a:r>
          </a:p>
        </p:txBody>
      </p:sp>
    </p:spTree>
    <p:extLst>
      <p:ext uri="{BB962C8B-B14F-4D97-AF65-F5344CB8AC3E}">
        <p14:creationId xmlns:p14="http://schemas.microsoft.com/office/powerpoint/2010/main" val="33498502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AC5770A-8A29-4024-B96D-A199B67E105B}"/>
              </a:ext>
            </a:extLst>
          </p:cNvPr>
          <p:cNvSpPr txBox="1"/>
          <p:nvPr/>
        </p:nvSpPr>
        <p:spPr>
          <a:xfrm>
            <a:off x="3348317" y="600636"/>
            <a:ext cx="54953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BIG IDEA</a:t>
            </a:r>
          </a:p>
        </p:txBody>
      </p:sp>
    </p:spTree>
    <p:extLst>
      <p:ext uri="{BB962C8B-B14F-4D97-AF65-F5344CB8AC3E}">
        <p14:creationId xmlns:p14="http://schemas.microsoft.com/office/powerpoint/2010/main" val="20482734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AC5770A-8A29-4024-B96D-A199B67E105B}"/>
              </a:ext>
            </a:extLst>
          </p:cNvPr>
          <p:cNvSpPr txBox="1"/>
          <p:nvPr/>
        </p:nvSpPr>
        <p:spPr>
          <a:xfrm>
            <a:off x="3348317" y="600636"/>
            <a:ext cx="549536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BRAND &amp; MARKETING STRATEGY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4717413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AC5770A-8A29-4024-B96D-A199B67E105B}"/>
              </a:ext>
            </a:extLst>
          </p:cNvPr>
          <p:cNvSpPr txBox="1"/>
          <p:nvPr/>
        </p:nvSpPr>
        <p:spPr>
          <a:xfrm>
            <a:off x="3348317" y="600636"/>
            <a:ext cx="54953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DIGITAL AND MEDIA STRATEGY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8652317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AC5770A-8A29-4024-B96D-A199B67E105B}"/>
              </a:ext>
            </a:extLst>
          </p:cNvPr>
          <p:cNvSpPr txBox="1"/>
          <p:nvPr/>
        </p:nvSpPr>
        <p:spPr>
          <a:xfrm>
            <a:off x="3348317" y="600636"/>
            <a:ext cx="54953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CONTENT STRATEGY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9968372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AC5770A-8A29-4024-B96D-A199B67E105B}"/>
              </a:ext>
            </a:extLst>
          </p:cNvPr>
          <p:cNvSpPr txBox="1"/>
          <p:nvPr/>
        </p:nvSpPr>
        <p:spPr>
          <a:xfrm>
            <a:off x="3274358" y="493059"/>
            <a:ext cx="564328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PR &amp; REPUTATION MANAGEMENT</a:t>
            </a:r>
          </a:p>
        </p:txBody>
      </p:sp>
    </p:spTree>
    <p:extLst>
      <p:ext uri="{BB962C8B-B14F-4D97-AF65-F5344CB8AC3E}">
        <p14:creationId xmlns:p14="http://schemas.microsoft.com/office/powerpoint/2010/main" val="24779849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3A2D3FB-B603-485D-BDB6-29A0A486BAB8}"/>
              </a:ext>
            </a:extLst>
          </p:cNvPr>
          <p:cNvSpPr txBox="1"/>
          <p:nvPr/>
        </p:nvSpPr>
        <p:spPr>
          <a:xfrm>
            <a:off x="3274358" y="493059"/>
            <a:ext cx="56432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33972414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28</Words>
  <Application>Microsoft Office PowerPoint</Application>
  <PresentationFormat>Widescreen</PresentationFormat>
  <Paragraphs>14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Tawseef Hasan</dc:creator>
  <cp:lastModifiedBy>Tofawel Ahamed</cp:lastModifiedBy>
  <cp:revision>7</cp:revision>
  <dcterms:created xsi:type="dcterms:W3CDTF">2023-05-23T15:10:15Z</dcterms:created>
  <dcterms:modified xsi:type="dcterms:W3CDTF">2023-05-23T17:05:39Z</dcterms:modified>
</cp:coreProperties>
</file>